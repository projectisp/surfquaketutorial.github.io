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>
        <p:scale>
          <a:sx n="204" d="100"/>
          <a:sy n="204" d="100"/>
        </p:scale>
        <p:origin x="-30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E6C5E-6511-FAC5-4FCA-1405F0122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9F2103-164E-D657-8106-95AC9E56E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1003AB-5756-33EE-E564-C6CE5843D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1DDE67-2C54-9D1E-7267-D6B2B734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908BEF-F58D-ECA8-85C8-C711D50E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66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BF723-9999-4192-6C07-73FFCE81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DF47E-F9F5-D634-A6AC-F8DD550E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121C-F525-B2A0-D33E-78915A0B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7C895-F337-5F54-0721-40B58712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BFC62A-9411-A189-D333-BFFEB3C6E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994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1C77F-696C-4DD0-0AC8-3D29F15F2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D2EAD9-70C3-F2B7-5CDF-9BE53B6E0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2D69F7-2961-3F5D-439C-75C724EF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5B96F8-3EC0-7124-0E46-748250C7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AF87D8-29A0-5F7B-898F-2F9014A1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688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BC6A0-DC30-CEE2-9749-0F8D8E1D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400B3C-EE2D-8BE8-9ED2-2E272AD95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994D2B-9023-833C-22F2-9422478D2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2EEAB-8338-45DD-5366-37613231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BB2F85-20FE-34BB-9EF6-11AE70B0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F78E2F-3833-7329-9C05-8CB38DF9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17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EC605-2285-8D0E-048F-B811D44C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FC481E-076D-8E53-E48E-DCD3A685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6A4A9D-7FA1-69AD-CA02-20B03EC6C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9CFAEE7-770E-072B-E23D-519BCBB01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B10B06-814B-D295-B2B3-EE20BF99F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0CFCEA-3A86-8074-EC21-F3AB173C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22FF2D-6E3A-8A8C-523B-403610A5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A9BF59C-1ED9-6B41-C019-B32F0BD5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14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57984-7769-4EAC-6F03-32B415BA5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87A67F-CB6C-C8D8-5D4D-B6CBCFE4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A37F17-DCAC-B94E-9CC8-42FA45FB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DC480E-C0D7-A6AE-8332-372FAFE6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76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DECC39-D39E-70EF-20F8-D1BA6CE9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2A4054-6BE4-0E62-EC96-D6E9273AA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943CDB-C86F-EBA8-375C-13A63FC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068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231D2-164F-CFBC-533C-5BEE4532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02899-C4F8-DCD0-343C-27DF332DF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8FEDA8-DFB9-7FA8-364C-7BCE2D5B0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6EF723-D773-DF18-E403-808B25E8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7202A6-A171-195A-97FD-C1AF15E3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2D32B6-5002-6E8D-E13B-43947AFB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85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7CF11-E579-BB0B-EC85-A37ACC53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3E1CF5-632E-BADA-A308-40469FE12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1D96A2-AA19-45A2-4A38-B7902B35B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9274E9-3FBC-F398-23AA-103A26CE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12BD5A-9662-D6B4-064A-D8BDE23B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35C3FF-B75F-89DD-4078-F494AD24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936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454FF-BE8A-2265-399B-928A45C0C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4B347A-618E-0D08-4E08-1AFF4669A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ACF602-0C7E-70FD-C6DF-E668F349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87578C-4D9E-A7CA-C36D-7F228E45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BC19D9-A0C0-C3C6-C0A6-7F8B8042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961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B922DF-8498-F9FE-FD88-073051FE8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95175C-5618-3AE5-5B66-DD5D3B4E8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63FDD6-75CE-0412-B722-D140E694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017C11-BC24-0424-D7F5-D194E51E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DB5AB5-BD70-B28D-9F1F-F96621DD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86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845AF3-F601-A5BE-67FA-4E13D8E1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582209-7324-E072-057C-406A43120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F97737-3949-3591-7E83-33F12E331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CD98F-9120-5547-9424-44BB0B8F4670}" type="datetimeFigureOut">
              <a:rPr lang="es-ES" smtClean="0"/>
              <a:t>15/1/24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40A5F-F3F4-2B7C-3167-82C988D97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1DE0DA-4FC0-1706-6995-C4AD7B643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BF03D-B94A-4E44-AD93-CDF80DED53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62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34AC570-F529-E2DF-8EE1-B08BD9B1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12" y="456853"/>
            <a:ext cx="7772400" cy="594429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36838C1-6597-D845-E2E9-472E28D5F293}"/>
              </a:ext>
            </a:extLst>
          </p:cNvPr>
          <p:cNvSpPr/>
          <p:nvPr/>
        </p:nvSpPr>
        <p:spPr>
          <a:xfrm>
            <a:off x="2130978" y="1052187"/>
            <a:ext cx="7025268" cy="974322"/>
          </a:xfrm>
          <a:prstGeom prst="rect">
            <a:avLst/>
          </a:prstGeom>
          <a:solidFill>
            <a:schemeClr val="accent2">
              <a:alpha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9664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Cabieces</dc:creator>
  <cp:lastModifiedBy>Roberto Cabieces</cp:lastModifiedBy>
  <cp:revision>2</cp:revision>
  <dcterms:created xsi:type="dcterms:W3CDTF">2024-01-15T13:55:09Z</dcterms:created>
  <dcterms:modified xsi:type="dcterms:W3CDTF">2024-01-15T13:59:49Z</dcterms:modified>
</cp:coreProperties>
</file>